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停10秒。🗣️"今天用一个小时，从拍摄到剪辑的完整流程。不讲理论，直接看案例看操作。"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1分钟。三段预告：①景别-拍什么 ②运镜-怎么动 ③剪辑-怎么剪。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🗣️指着每张图说一句。每句1分钟。"远景看环境，全景看全身，中景讲故事，近景传情绪，特写放大招。记住口诀。"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🗣️"同一个场景不同景别感觉完全不同。拍视频就是控制观众注意力。"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🗣️"景别就这一句口诀。接下来动态的——运镜。"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🗣️"运镜三招：推摇跟。推靠近，摇环顾，跟代入。"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🗣️每段播放后说一句。"推=压迫感，摇=现场感，跟=代入感。"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🗣️"运镜最重要的法则。一个稳的固定镜头比十个晃的运镜强。"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🗣️"拍摄讲完了。接下来剪映实操。"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🗣️剪映演示。"分割剪刀，删除垃圾桶，排序长按拖，修剪拖两端。"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🗣️演示叠化。"不需要几十种转场，叠化一个够了。用在情绪切换。"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🗣️重点10分钟。演示全流程。"点自动踩点→黄点是重拍→拉画面到黄点→卡上了。我第一次发现感觉自己白剪了两年。"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🗣️全程演示8分钟。"从头做一条。几分钟。"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🗣️收尾4分钟。"三段。没有捷径但有方法。好谢谢。"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80160"/>
            <a:ext cx="1069848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394960"/>
            <a:ext cx="1069848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Arial"/>
                <a:ea typeface="Arial"/>
              </a:rPr>
              <a:t>GUANGYINGMENG  · 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D4AF37"/>
                </a:solidFill>
                <a:latin typeface="Arial Black"/>
                <a:ea typeface="Arial Black"/>
              </a:rPr>
              <a:t>从景别到剪辑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  <a:ea typeface="Arial"/>
              </a:rPr>
              <a:t>一部手机拍出电影感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Arial"/>
                <a:ea typeface="Arial"/>
              </a:rPr>
              <a:t>主讲·李红星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今天讲什么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047" y="2011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047" y="28346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  <a:ea typeface="Arial Black"/>
              </a:rPr>
              <a:t>景别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356616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38404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  <a:latin typeface="Arial"/>
                <a:ea typeface="Arial"/>
              </a:rPr>
              <a:t>拍什么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647" y="2011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47" y="28346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  <a:ea typeface="Arial Black"/>
              </a:rPr>
              <a:t>运镜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0047" y="356616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647" y="38404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  <a:latin typeface="Arial"/>
                <a:ea typeface="Arial"/>
              </a:rPr>
              <a:t>怎么动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247" y="2011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247" y="28346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  <a:ea typeface="Arial Black"/>
              </a:rPr>
              <a:t>剪辑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67647" y="356616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3247" y="38404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  <a:latin typeface="Arial"/>
                <a:ea typeface="Arial"/>
              </a:rPr>
              <a:t>怎么剪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2/14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五大景别总览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863" y="1188720"/>
            <a:ext cx="2103120" cy="310896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[图：远景-肖申克救赎安迪雨中]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143" y="4389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Arial"/>
                <a:ea typeface="Arial"/>
              </a:rPr>
              <a:t>远景看环境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2776575" y="1188720"/>
            <a:ext cx="2103120" cy="310896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[图：全景-功夫猪笼城寨]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0855" y="4389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Arial"/>
                <a:ea typeface="Arial"/>
              </a:rPr>
              <a:t>全景看全身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4287" y="1188720"/>
            <a:ext cx="2103120" cy="310896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[图：中景-那些年教室对话]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567" y="4389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Arial"/>
                <a:ea typeface="Arial"/>
              </a:rPr>
              <a:t>中景讲故事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1999" y="1188720"/>
            <a:ext cx="2103120" cy="310896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[图：近景-少年的你哭戏]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6279" y="4389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Arial"/>
                <a:ea typeface="Arial"/>
              </a:rPr>
              <a:t>近景传情绪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79711" y="1188720"/>
            <a:ext cx="2103120" cy="310896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[图：特写-泰坦尼克号手印车窗]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3991" y="43891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Arial"/>
                <a:ea typeface="Arial"/>
              </a:rPr>
              <a:t>特写放大招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远全中近特·越近代入越强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3/14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景别案例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0887" y="1280160"/>
            <a:ext cx="3383280" cy="329184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[图：同一人远景vs近景对比]</a:t>
            </a:r>
          </a:p>
        </p:txBody>
      </p:sp>
      <p:sp>
        <p:nvSpPr>
          <p:cNvPr id="5" name="Rectangle 4"/>
          <p:cNvSpPr/>
          <p:nvPr/>
        </p:nvSpPr>
        <p:spPr>
          <a:xfrm>
            <a:off x="4404207" y="1280160"/>
            <a:ext cx="3383280" cy="329184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[图：同一房间全景vs特写对比]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7527" y="1280160"/>
            <a:ext cx="3383280" cy="329184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[图：短视频口播中景vs美食特写对比]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景别决定了观众和角色的距离，决定了观众关注什么。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4/14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景别小结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4AF37"/>
                </a:solidFill>
                <a:latin typeface="Arial Black"/>
                <a:ea typeface="Arial Black"/>
              </a:rPr>
              <a:t>远全中近特·越近代入越强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56616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你刷的每一条短视频里景别无处不在。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5/14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运镜三招总览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6607" y="1280160"/>
            <a:ext cx="3291840" cy="320040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[图：推-箭头向内]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607" y="4617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Arial"/>
                <a:ea typeface="Arial"/>
              </a:rPr>
              <a:t>推=靠近聚焦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9927" y="1280160"/>
            <a:ext cx="3291840" cy="320040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[图：摇-弧线箭头]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9927" y="4617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Arial"/>
                <a:ea typeface="Arial"/>
              </a:rPr>
              <a:t>摇=环顾四周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3247" y="1280160"/>
            <a:ext cx="3291840" cy="320040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[图：跟-虚线跟随]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247" y="4617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Arial"/>
                <a:ea typeface="Arial"/>
              </a:rPr>
              <a:t>跟=代入跟踪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6/14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运镜案例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0887" y="1280160"/>
            <a:ext cx="3383280" cy="347472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[视频：推-沉默的羔羊汉尼拔出场15秒]</a:t>
            </a:r>
          </a:p>
        </p:txBody>
      </p:sp>
      <p:sp>
        <p:nvSpPr>
          <p:cNvPr id="5" name="Rectangle 4"/>
          <p:cNvSpPr/>
          <p:nvPr/>
        </p:nvSpPr>
        <p:spPr>
          <a:xfrm>
            <a:off x="4404207" y="1280160"/>
            <a:ext cx="3383280" cy="347472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[视频：摇-重庆森林手持摇镜10秒]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7527" y="1280160"/>
            <a:ext cx="3383280" cy="347472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[视频：跟-谍影重重巷战跟拍15秒]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7/14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运镜法则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D4AF37"/>
                </a:solidFill>
                <a:latin typeface="Arial Black"/>
                <a:ea typeface="Arial Black"/>
              </a:rPr>
              <a:t>稳永远排第一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651760"/>
            <a:ext cx="393192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589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  <a:ea typeface="Arial"/>
              </a:rPr>
              <a:t>晃不如不动。</a:t>
            </a:r>
          </a:p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  <a:ea typeface="Arial"/>
              </a:rPr>
              <a:t>走不稳就先站着拍。</a:t>
            </a:r>
          </a:p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  <a:ea typeface="Arial"/>
              </a:rPr>
              <a:t>慢、稳、别抖。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8/14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D4AF37"/>
                </a:solidFill>
                <a:latin typeface="Arial Black"/>
                <a:ea typeface="Arial Black"/>
              </a:rPr>
              <a:t>从拍到剪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1188720"/>
            <a:ext cx="228600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645920"/>
            <a:ext cx="274320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[图：手机图标]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645920"/>
            <a:ext cx="274320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95604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拍摄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8346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D4AF37"/>
                </a:solidFill>
                <a:latin typeface="Arial Black"/>
                <a:ea typeface="Arial Black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274320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[图：剪映图标]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274320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495604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剪辑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9/14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基础剪辑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9487" y="1188720"/>
            <a:ext cx="237744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[截图：底部工具栏-分割按钮-剪刀图标]</a:t>
            </a:r>
          </a:p>
        </p:txBody>
      </p:sp>
      <p:sp>
        <p:nvSpPr>
          <p:cNvPr id="5" name="Rectangle 4"/>
          <p:cNvSpPr/>
          <p:nvPr/>
        </p:nvSpPr>
        <p:spPr>
          <a:xfrm>
            <a:off x="929487" y="1188720"/>
            <a:ext cx="237744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487" y="44805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分割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1188720"/>
            <a:ext cx="237744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[截图：选中片段-删除按钮-垃圾桶图标]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1247" y="1188720"/>
            <a:ext cx="237744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1247" y="44805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删除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188720"/>
            <a:ext cx="237744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[截图：长按拖动片段调整顺序]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188720"/>
            <a:ext cx="237744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44805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拖拽排序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4767" y="1188720"/>
            <a:ext cx="237744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[截图：拖动片段两端白色手柄-修剪]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84767" y="1188720"/>
            <a:ext cx="237744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4767" y="44805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修剪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所有复杂剪辑从这四个操作开始。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10/14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转场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280160"/>
            <a:ext cx="7589520" cy="347472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[截图：两片段中间白色方块→转场菜单→叠化]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叠化最自然。电影一半转场都是它。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踩点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8047" y="1143000"/>
            <a:ext cx="3291840" cy="292608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[截图：选中BGM→底部踩点→自动踩点按钮]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047" y="1143000"/>
            <a:ext cx="3291840" cy="23408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49927" y="1143000"/>
            <a:ext cx="3291840" cy="292608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[截图：黄点出现在BGM轨道上]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9927" y="1143000"/>
            <a:ext cx="3291840" cy="23408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61807" y="1143000"/>
            <a:ext cx="3291840" cy="292608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[截图：手指把画面拖到黄点位置]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1807" y="1143000"/>
            <a:ext cx="3291840" cy="234086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4AF37"/>
                </a:solidFill>
                <a:latin typeface="Arial"/>
                <a:ea typeface="Arial"/>
              </a:rPr>
              <a:t>①点自动踩点→②黄点出现→③画面拉到黄点→④卡上了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踩点不是天赋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12/14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完整演示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9966960" cy="365760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AAAAAA"/>
                </a:solidFill>
                <a:latin typeface="Arial"/>
                <a:ea typeface="Arial"/>
              </a:rPr>
              <a:t>[截图：8步流程-导入→分割→排序→转场→BGM→踩点→预览→导出]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13/14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D4AF37"/>
                </a:solidFill>
                <a:latin typeface="Arial Black"/>
                <a:ea typeface="Arial Black"/>
              </a:rPr>
              <a:t>景别·远全中近特</a:t>
            </a:r>
          </a:p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D4AF37"/>
                </a:solidFill>
                <a:latin typeface="Arial Black"/>
                <a:ea typeface="Arial Black"/>
              </a:rPr>
              <a:t>运镜·推摇跟</a:t>
            </a:r>
          </a:p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D4AF37"/>
                </a:solidFill>
                <a:latin typeface="Arial Black"/>
                <a:ea typeface="Arial Black"/>
              </a:rPr>
              <a:t>剪辑·分割转场踩点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拍摄和剪辑不是学软件，是学什么时候用什么。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
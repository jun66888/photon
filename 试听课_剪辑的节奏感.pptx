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停10秒翻页。🗣️"今天这一个小时，我不讲理论。我用一段素材带你把剪映核心功能全部过一遍。"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🗣️播放素材。🗣️"就这一段。接下来所有操作全部用这段素材演示。"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🗣️剪映投屏演示。🗣️"分割：切成两段。删除：去掉不要的。排序：长按拖动。裁剪：两端往中间拖。四个操作，十几秒的事。"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🗣️演示三种转场。🗣️"叠化最自然，闪白有冲击，模糊做速度。三种够用。好的转场是隐形的。"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🗣️演示调速。🗣️"慢动作=回忆感动。快进=搞笑紧张。曲线变速最出效果——先慢再快再慢。"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🗣️演示滤镜+调色。🗣️"滤镜一键套上，强度拉到40%。五滑块：亮度明暗、对比度立体、饱和度浓淡、色温暖冷。记住这四个。"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🗣️演示字幕功能。🗣️"自动字幕最省事。文字模板几百个，选一个改文字。片头用大标题。位置别太靠边留呼吸。"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🗣️演示BGM+音效。🗣️"选鼓点清晰的歌。音量拉到30%别盖人声。音效库搜风声转场声什么都有。新手最容易犯的错就是BGM太大声。"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🗣️重点段落10分钟。🗣️演示自动踩点全流程。🗣️"点自动踩点→黄点是重拍→拉画面到黄点→卡上了。我第一次发现这个功能感觉自己白剪了两年。"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🗣️演示关键帧。🗣️"开头设一个关键帧缩小，结尾设一个放大。中间自动过渡。呼吸感。缩放、旋转、位置都能做。"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🗣️全程演示8分钟。🗣️"导入→粗剪→转场→调速→调色→字幕→BGM→踩点→导出。一条素材6分钟一条成片。"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🗣️收尾3分钟。🗣️"8个功能记住就够了。软件一周学会。什么时候切——打开剪映点自动踩点听一首歌你就知道了。好。谢谢。"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80160"/>
            <a:ext cx="1069848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394960"/>
            <a:ext cx="1069848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D4AF37"/>
                </a:solidFill>
                <a:latin typeface="Arial"/>
                <a:ea typeface="Arial"/>
              </a:rPr>
              <a:t>GUANGYINGMENG  · 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1">
                <a:solidFill>
                  <a:srgbClr val="D4AF37"/>
                </a:solidFill>
                <a:latin typeface="Arial Black"/>
                <a:ea typeface="Arial Black"/>
              </a:rPr>
              <a:t>剪辑的节奏感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>
                <a:solidFill>
                  <a:srgbClr val="FFFFFF"/>
                </a:solidFill>
                <a:latin typeface="Arial"/>
                <a:ea typeface="Arial"/>
              </a:rPr>
              <a:t>卡点剪辑与剪映全功能实操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主讲·李红星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1/12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我们的素材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371600"/>
            <a:ext cx="8138160" cy="384048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[视频：一段30秒街景素材-走路/天空/咖啡]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这段素材将贯穿整个课程。一条素材，一小时，一条成片。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2/12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基础剪辑·四个操作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26667" y="128016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[截图：分割]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6667" y="1280160"/>
            <a:ext cx="219456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6667" y="4681728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分割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1267" y="128016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[截图：删除]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1267" y="1280160"/>
            <a:ext cx="219456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1267" y="4681728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删除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28016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[截图：排序]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5867" y="1280160"/>
            <a:ext cx="219456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5867" y="4681728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排序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0467" y="1280160"/>
            <a:ext cx="2194560" cy="329184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[截图：裁剪]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0467" y="1280160"/>
            <a:ext cx="219456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0467" y="4681728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裁剪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所有复杂剪辑都是从这四个操作开始的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3/12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转场·三种最实用的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4096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[截图：叠化效果]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096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D4AF37"/>
                </a:solidFill>
                <a:latin typeface="Arial"/>
                <a:ea typeface="Arial"/>
              </a:rPr>
              <a:t>叠化→情绪过渡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[截图：闪白效果]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367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D4AF37"/>
                </a:solidFill>
                <a:latin typeface="Arial"/>
                <a:ea typeface="Arial"/>
              </a:rPr>
              <a:t>闪白→冲击力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64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[截图：模糊转场效果]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64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3207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D4AF37"/>
                </a:solidFill>
                <a:latin typeface="Arial"/>
                <a:ea typeface="Arial"/>
              </a:rPr>
              <a:t>模糊→速度感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转场不是越多越好，是越合适越好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4/12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调速·快慢之间全是情绪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4096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[截图：0.5倍慢动作]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096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3807" y="459028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D4AF37"/>
                </a:solidFill>
                <a:latin typeface="Arial"/>
                <a:ea typeface="Arial"/>
              </a:rPr>
              <a:t>0.5倍→回忆感·仪式感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[截图：2倍快进]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459028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D4AF37"/>
                </a:solidFill>
                <a:latin typeface="Arial"/>
                <a:ea typeface="Arial"/>
              </a:rPr>
              <a:t>2倍→幽默·紧迫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64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[截图：曲线变速]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64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7487" y="4590288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D4AF37"/>
                </a:solidFill>
                <a:latin typeface="Arial"/>
                <a:ea typeface="Arial"/>
              </a:rPr>
              <a:t>曲线→抖音变速卡点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调速是剪辑里最好用的情绪工具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5/12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滤镜+调色·给画面穿衣服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4114800" cy="36576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[截图：滤镜面板-日系滤镜]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411480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4114800" cy="36576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[截图：调色五滑块-亮度/对比度/饱和度/色温/色调]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411480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滤镜打底，手动微调。五滑块就够了。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6/12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字幕·不是打字，是设计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4096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[截图：自动字幕识别]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096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D4AF37"/>
                </a:solidFill>
                <a:latin typeface="Arial"/>
                <a:ea typeface="Arial"/>
              </a:rPr>
              <a:t>自动识别→省时间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[截图：文字模板库]</a:t>
            </a:r>
          </a:p>
        </p:txBody>
      </p:sp>
      <p:sp>
        <p:nvSpPr>
          <p:cNvPr id="8" name="Rectangle 7"/>
          <p:cNvSpPr/>
          <p:nvPr/>
        </p:nvSpPr>
        <p:spPr>
          <a:xfrm>
            <a:off x="463280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367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D4AF37"/>
                </a:solidFill>
                <a:latin typeface="Arial"/>
                <a:ea typeface="Arial"/>
              </a:rPr>
              <a:t>文字模板→综艺感/电影感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4647" y="1280160"/>
            <a:ext cx="2926080" cy="32004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[截图：片头大标题]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647" y="1280160"/>
            <a:ext cx="292608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3207" y="4590288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D4AF37"/>
                </a:solidFill>
                <a:latin typeface="Arial"/>
                <a:ea typeface="Arial"/>
              </a:rPr>
              <a:t>片头标题→让片子有名字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字幕是画面的延伸，不是附庸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7/12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BGM+音效·画面一半声音一半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4114800" cy="36576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[截图：BGM选择-音量30%]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411480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1280160"/>
            <a:ext cx="4114800" cy="3657600"/>
          </a:xfrm>
          <a:prstGeom prst="roundRect">
            <a:avLst>
              <a:gd name="adj" fmla="val 12000"/>
            </a:avLst>
          </a:prstGeom>
          <a:solidFill>
            <a:srgbClr val="222233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[截图：音效搜索-风声]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4114800" cy="256032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BGM音量别超过30%。音效是你的免费素材库。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8/12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🔥踩点·画面跟着鼓点走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32004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18320" cy="329184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[截图：剪映自动踩点按钮→黄点出现→画面拉到黄点]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①点自动踩点  →  ②黄点出现  →  ③画面拉到黄点  →  ④卡上了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踩点不是天赋。是你有没有点这个按钮。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9/12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关键帧·让画面动起来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0" y="1280160"/>
            <a:ext cx="7589520" cy="329184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[截图：开头打关键帧缩小→结尾打关键帧放大]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D4AF37"/>
                </a:solidFill>
                <a:latin typeface="Arial"/>
                <a:ea typeface="Arial"/>
              </a:rPr>
              <a:t>两个关键帧=一个动画。开头缩小，结尾放大，中间自动过渡。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关键帧是剪映最被低估的功能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10/12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D4AF37"/>
                </a:solidFill>
                <a:latin typeface="Arial Black"/>
                <a:ea typeface="Arial Black"/>
              </a:rPr>
              <a:t>从头做一条·完整流程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9966960" cy="3474720"/>
          </a:xfrm>
          <a:prstGeom prst="rect">
            <a:avLst/>
          </a:prstGeom>
          <a:solidFill>
            <a:srgbClr val="202035"/>
          </a:solidFill>
          <a:ln w="25400" cap="flat">
            <a:solidFill>
              <a:srgbClr val="6666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  <a:ea typeface="Arial"/>
              </a:rPr>
              <a:t>[截图：8步流程-导入→分割→转场→调速→调色→字幕→BGM→踩点→导出]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一条素材，8个步骤，6分钟，一条卡点视频。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11/12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>
                <a:solidFill>
                  <a:srgbClr val="D4AF37"/>
                </a:solidFill>
                <a:latin typeface="Arial Black"/>
                <a:ea typeface="Arial Black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960120"/>
            <a:ext cx="2103120" cy="317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18872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导入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分割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转场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调速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调色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字幕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BGM  →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Arial Black"/>
                <a:ea typeface="Arial Black"/>
              </a:rPr>
              <a:t>踩点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  <a:ea typeface="Arial"/>
              </a:rPr>
              <a:t>剪辑不是学软件。是学什么时候该切画面。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46520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AAAAAA"/>
                </a:solidFill>
                <a:latin typeface="Arial"/>
                <a:ea typeface="Arial"/>
              </a:rPr>
              <a:t>光影盟特训营  ·  12/12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11247120" cy="12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